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2" d="100"/>
          <a:sy n="102" d="100"/>
        </p:scale>
        <p:origin x="912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dd-in_Icon" descr="Icono de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Contenido de complemento para Microsoft Power BI.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05445079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Contenido de complemento para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6c32ba63-4c79-4616-a0f1-40a580ea100c}">
  <we:reference id="WA200003233" version="2.0.0.3" store="es-ES" storeType="OMEX"/>
  <we:alternateReferences/>
  <we:properties>
    <we:property name="Microsoft.Office.CampaignId" value="&quot;none&quot;"/>
    <we:property name="artifactViewState" value="&quot;live&quot;"/>
    <we:property name="backgroundColor" value="&quot;#55728D&quot;"/>
    <we:property name="bookmark" value="&quot;H4sIAAAAAAAAA+1abW/bNhD+K4aAoV+cgNSrlW9t0gLDmi5rugxFEQQn8pSokCWPotJ4gf/7jpTc2oodvyxO0rWBP0h8uXv43B15POXWkVk1ymH8DoboHDjHoATIUvW403eKps2XEAUSUo8PhIgxkQOPUW850llZVM7BraNBXaI+y6oaciOIGj+d9x3I8xO4NG8p5BX2nRGqqiwgz/7BZjB1aVXjpO/gzSgvFRiRpxo0GrHXNJzeCQLf90gjCJ1d4ykK3bYmEmXCYsEGgRcSvDgOaVjVDLDIFg6h9jTLNUk3j8n49c1IEeLbrwtOIQrdgQeuZJ7gIFwZkVw9HpneQ0J3WapMQO5Y3AqrBuatc1jm9dA+vZ5rPy1rJfA9prar0JkekySZDS9IChYSlDMhEk5USRTZvo8Iau+4LPSV7bkqvxwqJM3SOeCTc2q5tgQe0gjIinYpZCQ2EEywBH0YMBAQ4/LVtuv5UI7e7XAhR8aYd5fQ7+pvMBqxZ1Ozu33njSqHFmzrn1Wd/F2jGtOEDrBpBz3/MX24T5I0Hj6/grIutBpfKLw0k/rOBwuQGaztpOHsnGOEqlY4M5B8/hRzcj+raC0Om5cGT4e5Fo9Dra36NMNcOkbN70qiejW2eo4yNQ0Jt0vLFOOaIIZdDG9AU7jqjIJ4MjGKyVpkPjYx45pluzP8bEAqyfrrCg00S1UhM91C+7XDWfWwbNpVQJLj8tlfvWxi/s4nDxAd8zQsxTYfJmwmTJ5825kF81JeQyGotYtkPX+7E0IdFIf1sM7BbPa903rYM6B6y0AZ61RZcZm3R4o9OOxT42kO0NjDK1DanFnJZwoVsxHSrHJxDPFuDO2IXeOHzYlGIz7PnFmtpcfru/3mys9tAPM0BZezMOFhEvlMuJwPVp4Xj+OIC4+NR3TBuY3vGaDovf34lEB+OQO135uBc70E0fcUjq2PPXYgtmqbEPRc8GXsx0kSgx+wgEeetzIEd2zsP3O93yOUsI19BSi5rWkfHr5hmUjyUxdklCRc+oy5URjz1XnxA+9zWyYAK/mu8kxQ3jzLuDNEuo81FwJiwaxp1Ogy25npL6XtRrvkW+dtRjQ0ss8gr43YF0c0Q5ZfihfTJGiyJErsjA1ytK1oaYIF02QQJBzjEIMkiHwUgj0rO860/jTjXVYaKwaC+bGkyzin+zXjzPVk8IhWTGn5F1khFA6RLs95Fy1eU/OFVftD2XEjXto7ERTVtGDTqFRlbp+mMOhozWli3vTaSxXptSO6+vZnFNC0rCL4OYwqQ7wpEpmmk6wopu/m2FZlqc0iMol2GdPFF3WetyQFkAIPBoyLIJQiksJ1H9PbTHTQQktVdfm0rfzH8rE12Gj2iIFADGUgXA8iFvEwcKPVN5OnqiTdqXlME7/HLiEtzjSfsHx0DDe91yasezO5ti0huYwtLSKtweeOq0fLUvanqBxtW1ddekl42JLCg29gl1g0O9OdPexbYK8X4s/QkVrGSOvXPfTTws3YZW7w1ow8b3ZiO2fJ3l5puk4ftR9N7tngaTrqbIgvSLi3x/meG35g7MD+7J5PnlLIDQX5e9zd415X0PM5b1Y4b3vepNEgRvQ9T0Lixn4Ui8hSe58ba7zRSXkzf9u1dTXP8yLh8SgNPcQIBiEPtpcWp5C6USzjkCVp4IoUmVgpDSx7r2qtbdW9I5KFYRoJ8FMAGdBBm7op+48iOfeSJPAhwDhNUtePXbb6jv08injfyU1/lOEmhbMtD/ONON1Z6WyjsoDgyUAKmcaeF4okhGidGtrPZPG5JYvzdbufeeJOP6T8P3K0l4W0yQWmumFtOAKVVVMOp2+/ZWYcaf828CHM3HfeZ5dXeq1si3H6zSdJs/PvR+49HfLAIOdd5LvKSRewtE1O2oBm2+Skr1B/QZxLSZ/fh6md5MMzn6UsW4vivqx1NQKBJ1DgAqPbiqBEuYJk+99gzjcv+hdlUeKIhSYAAA==&quot;"/>
    <we:property name="creatorSessionId" value="&quot;4ac7c4ef-53a9-41d5-a049-226092e5a97b&quot;"/>
    <we:property name="creatorTenantId" value="&quot;fdd38e72-e446-434f-902c-a144248bfd87&quot;"/>
    <we:property name="creatorUserId" value="&quot;10032003E4869BB2&quot;"/>
    <we:property name="datasetId" value="&quot;da808d81-1aee-4848-b78a-82b898a841ae&quot;"/>
    <we:property name="embedUrl" value="&quot;/reportEmbed?reportId=6eb12ee5-988c-4277-84b2-5ad508bed738&amp;config=eyJjbHVzdGVyVXJsIjoiaHR0cHM6Ly9XQUJJLVNQQUlOLUNFTlRSQUwtQS1QUklNQVJZLXJlZGlyZWN0LmFuYWx5c2lzLndpbmRvd3MubmV0IiwiZW1iZWRGZWF0dXJlcyI6eyJ1c2FnZU1ldHJpY3NWTmV4dCI6dHJ1ZX19&amp;disableSensitivityBanner=true&quot;"/>
    <we:property name="initialStateBookmark" value="&quot;H4sIAAAAAAAAA7VUXW/bIBT9KxXP0WQMGDtvSZunLm3UTn2ZoukarjMmx7YwzpJF+e8DnKlqNy1Spr3Y3HMv535w4Ei06bsaDg+wRTIlS7AKdGtvKJmQZsTmj4/3y9nT/ZeH2XLh4bZzpm16Mj0SB3aD7sX0A9SBwYOf1xMCdb2CTbAqqHuckA5t3zZQmx84BnuXswOeJgT3Xd1aCJTPDhwG2p0P97bPTT8wnxGUMzt8RuVGFBOaVBITiVwzqQvNilBvPwbEyv4YEqhj+tu2cWAanybGlpSnvKwyluiCiTKVlQh4b5pNfS74de+nQxem4nDvynYf5lF+84kD0+nkG8o4KJGmCnOZiVTnucjk9WyQYF5SkVCZcoRSVIVS17NR0FLnFS3yHNOEFZkS7Hq2lJacC1ag5CgYzxVjedhdmdqdR1seFvvOelV4rYxsM72DRqEm8egt9uNJH8kSoR9sPP/FG8dzO1iFT1hFV+OMOwSlnsNDISvbeoWNMOxvFjts3M1dEFPwfm2/31r0libT5LT2yF/bVWD12169YTXa+SH2cWfsLyGmk3el/qcefNE+gjPmVapEpSXQlCcU8+IfhJVmmFUgFWLJFVeVEvlFNrP11/p3riIDyWkGtADUOVZSUH2RC+IQ54NzfkTvKCPrK0K26N+ZsGgH13egcAUNxtPoxrEZHG/yvoNGoz6vbfh/NF6MY/4XqIeQOr5KJCbxJZmyxgsbwltFYlnr8PkJT9sCJDYFAAA=&quot;"/>
    <we:property name="isFiltersActionButtonVisible" value="true"/>
    <we:property name="isVisualContainerHeaderHidden" value="false"/>
    <we:property name="pageDisplayName" value="&quot;Timeline&quot;"/>
    <we:property name="pageName" value="&quot;1bdedb09c08536318996&quot;"/>
    <we:property name="reportEmbeddedTime" value="&quot;2025-01-11T09:49:07.642Z&quot;"/>
    <we:property name="reportName" value="&quot;Event Registry Data&quot;"/>
    <we:property name="reportState" value="&quot;CONNECTED&quot;"/>
    <we:property name="reportUrl" value="&quot;/groups/me/reports/6eb12ee5-988c-4277-84b2-5ad508bed738/1bdedb09c08536318996?bookmarkGuid=d56cb977-a242-4fc5-851f-775ee70284df&amp;bookmarkUsage=1&amp;ctid=fdd38e72-e446-434f-902c-a144248bfd87&amp;fromEntryPoint=export&amp;pbi_source=storytelling_addin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Alfredo RM</cp:lastModifiedBy>
  <cp:revision>4</cp:revision>
  <dcterms:created xsi:type="dcterms:W3CDTF">2018-06-07T21:39:02Z</dcterms:created>
  <dcterms:modified xsi:type="dcterms:W3CDTF">2025-01-18T10:51:02Z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