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</p:sldIdLst>
  <p:sldSz cx="12192000" cy="6858000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BC108F-2AB8-48DA-AB49-F9E86BDDFE2F}" v="6" dt="2018-08-08T09:06:44.7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 varScale="1">
        <p:scale>
          <a:sx n="102" d="100"/>
          <a:sy n="102" d="100"/>
        </p:scale>
        <p:origin x="912" y="31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dd-in_Icon" descr="Icono de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Contenido de complemento para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5445079"/>
                  </p:ext>
                </p:extLst>
              </p:nvPr>
            </p:nvGraphicFramePr>
            <p:xfrm>
              <a:off x="0" y="0"/>
              <a:ext cx="12192000" cy="685799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Contenido de complemento para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2192000" cy="685799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6c32ba63-4c79-4616-a0f1-40a580ea100c}">
  <we:reference id="WA200003233" version="2.0.0.3" store="es-ES" storeType="OMEX"/>
  <we:alternateReferences/>
  <we:properties>
    <we:property name="Microsoft.Office.CampaignId" value="&quot;none&quot;"/>
    <we:property name="artifactViewState" value="&quot;live&quot;"/>
    <we:property name="backgroundColor" value="&quot;#345574&quot;"/>
    <we:property name="bookmark" value="&quot;H4sIAAAAAAAAA+1abW/bNhD+K4aAoV+cgNSrlW9r0gLDki5rugxFEQQn8uSokCWPotJ4gf/7jpTc2Yod21mcpGsDf5D4cvfwuTvyeMqtI7NqnMPkHYzQOXBOQAmQpepxp+8UTVsYQBT6ocul8D0QbsQHLvWWY52VReUc3Doa1BD1eVbVkBtB1PjJETwZSCHT2PNCkYQQRZ7nXPQdyPNTGJoxKeQV9p0xqqosIM/+xkYEdWlV47Tv4M04LxUYRWcaNBpl1zSc3gkY3/cIBwidXeMZCt22JhJlwmLBBoEXenwQxyENq5oBFu/SIdSeZrkm6eYxmby5GStax+2MBj8lGtyBB65knuBEhIxIrp6MTe8hoRuWKhOQOxa3wqqBeesclnk9sk9vFtrPyloJfI+p7Sp0pickSWajS5KChQTlTImEU1USRbbvI4LaOykLfWV7rsovhwpJs3QO+PSCWq4tgYc0ArKiXYqElA0EEyxBHwYMBMS4erXtej6U43c7XMiRMebdJfS7+huMRuz5zOxu33mrypEF23ptVSd/1agmNKEDbNZBz7/PHu6TJI3fL66grAutJpcKh2ZS3/lgATKDtZ00mp9zglDVCucGks+fYU7uZxVtxGHz0uDpMNficai1VZ9mmEvHqPlNSVSvJ1bPUaZmIeF2aZlh3BDEqIvhLWgKV51REE+nRjFZi8zHpmZcs2x3jp8tSCVZf16hgWapKmSmW2i/dDirHpdNuwpIclw9+6uXTc3fxfQRomORhpXYFsOEzYXJs28782B+ltdQCGrtItnM3+6EUAfFYT2qczCbfe+sHvUMqN4qUMY6VVYM8/ZIsQeHfWo8zQEae3gFSpuTLPlMoWI2QppVLo8h3o2hHbFr/LA50WjE57kzq7X0ZHO33175hQ1gnqbgchYmPEwinwmX88Ha8+JpHHHpsfGELriw8b0AFL3jj88J5KdzUPu9OTjXKxB9S+HY+thTB2KrtglBzwVfxn6cJDH4AQu4yZ3XheCOjf1Hrvd7hBIeYl8BSj7UtI8P37BMJPmpCzJKEi59xtwojPn6vPiR97kHJgBr+a7yTFDePM+4M0K6pTUXAmLBrGnc6DLbmekvpe1Gu+Rb5zgjGhrZ55DXRuyrI5ohyy/Fq1kSNF0RJXbGFjnag2hpggXTZBAkHOMQgySIfBSCvSg7zrX+MONdVhorBoL5saTLOKf7NePM9WTwhFZMafmXWSEUjpAuz3kXLV5T86VV+13ZcSte2jsRFNWsYNOoVGXe1IRaGHS05jQxb3rtpYr02hFdfftzCmhaVhH8HMaVId4UiUzTaVYUs3dzbKuy1GYRmUS7jNniizrPW5ICSIEHA8ZFEEoRSeG6T+ltJjpooaWqunzaVv59+dgGbDR7xEAghjIQrgcRi3gYuNH6m8lzVZLu1Dxmid9Tl5CWZ5rPWD46gZveGxPWvblc25aQXMZWFpE24HPH1aNVKftzVI4eWlddeUl43JLCo29gQyyanenOHvZvYG8W4i/QkVrGSOvXPfTT0s3YZW5wbEZeNDuxnbNib680XaeP2o8m92zwNB11NsJXJNzb43zPDT8wdmB/ds8nTynkloL8Pe7uca8r6OWcN2uctz1v0mgQI/qeJyFxYz+KRWSpvc+NNd7opLxZvO3auprneZHweJSGHmIEg5AHD5cWp5C6USzjkCVp4IoUmVgrDSx7r2utbdW9I5KFYRoJ8FMAGdBBm7op+48iOfeSJPAhwDhNUtePXbb+jv0yinjfyE1/nOE2hbMHHuZbcbqz0tlWZYGl359/JIvfWrK4WLf7kSfu9EPK/yNHOyxHY1BZ1X37NSukVXeMqd6Yz7V27Tvvs+GV3igrYpx+i1nRThK5pZo2y79eo/6CuJB+vbyPMDvJ/eY+wVi2lvl4WetqDAJPocAltrLVL2mC6V6S7X8+zRn/H556vn2HJQAA&quot;"/>
    <we:property name="creatorSessionId" value="&quot;4ac7c4ef-53a9-41d5-a049-226092e5a97b&quot;"/>
    <we:property name="creatorTenantId" value="&quot;fdd38e72-e446-434f-902c-a144248bfd87&quot;"/>
    <we:property name="creatorUserId" value="&quot;10032003E4869BB2&quot;"/>
    <we:property name="datasetId" value="&quot;da808d81-1aee-4848-b78a-82b898a841ae&quot;"/>
    <we:property name="embedUrl" value="&quot;/reportEmbed?reportId=6eb12ee5-988c-4277-84b2-5ad508bed738&amp;config=eyJjbHVzdGVyVXJsIjoiaHR0cHM6Ly9XQUJJLVNQQUlOLUNFTlRSQUwtQS1QUklNQVJZLXJlZGlyZWN0LmFuYWx5c2lzLndpbmRvd3MubmV0IiwiZW1iZWRGZWF0dXJlcyI6eyJ1c2FnZU1ldHJpY3NWTmV4dCI6dHJ1ZX19&amp;disableSensitivityBanner=true&quot;"/>
    <we:property name="initialStateBookmark" value="&quot;H4sIAAAAAAAAA7VUXW/bIBT9KxXP0WQMGDtvSZunLm3UTn2ZoukarjMmx7YwzpJF+e8DnKlqNy1Spr3Y3HMv535w4Ei06bsaDg+wRTIlS7AKdGtvKJmQZsTmj4/3y9nT/ZeH2XLh4bZzpm16Mj0SB3aD7sX0A9SBwYOf1xMCdb2CTbAqqHuckA5t3zZQmx84BnuXswOeJgT3Xd1aCJTPDhwG2p0P97bPTT8wnxGUMzt8RuVGFBOaVBITiVwzqQvNilBvPwbEyv4YEqhj+tu2cWAanybGlpSnvKwyluiCiTKVlQh4b5pNfS74de+nQxem4nDvynYf5lF+84kD0+nkG8o4KJGmCnOZiVTnucjk9WyQYF5SkVCZcoRSVIVS17NR0FLnFS3yHNOEFZkS7Hq2lJacC1ag5CgYzxVjedhdmdqdR1seFvvOelV4rYxsM72DRqEm8egt9uNJH8kSoR9sPP/FG8dzO1iFT1hFV+OMOwSlnsNDISvbeoWNMOxvFjts3M1dEFPwfm2/31r0libT5LT2yF/bVWD12169YTXa+SH2cWfsLyGmk3el/qcefNE+gjPmVapEpSXQlCcU8+IfhJVmmFUgFWLJFVeVEvlFNrP11/p3riIDyWkGtADUOVZSUH2RC+IQ54NzfkTvKCPrK0K26N+ZsGgH13egcAUNxtPoxrEZHG/yvoNGoz6vbfh/NF6MY/4XqIeQOr5KJCbxJZmyxgsbwltFYlnr8PkJT9sCJDYFAAA=&quot;"/>
    <we:property name="isFiltersActionButtonVisible" value="true"/>
    <we:property name="isVisualContainerHeaderHidden" value="false"/>
    <we:property name="pageDisplayName" value="&quot;Timeline&quot;"/>
    <we:property name="pageName" value="&quot;1bdedb09c08536318996&quot;"/>
    <we:property name="reportEmbeddedTime" value="&quot;2025-01-11T09:49:07.642Z&quot;"/>
    <we:property name="reportName" value="&quot;Event Registry Data&quot;"/>
    <we:property name="reportState" value="&quot;CONNECTED&quot;"/>
    <we:property name="reportUrl" value="&quot;/groups/me/reports/6eb12ee5-988c-4277-84b2-5ad508bed738/1bdedb09c08536318996?bookmarkGuid=d56cb977-a242-4fc5-851f-775ee70284df&amp;bookmarkUsage=1&amp;ctid=fdd38e72-e446-434f-902c-a144248bfd87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1507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Alfredo RM</cp:lastModifiedBy>
  <cp:revision>5</cp:revision>
  <dcterms:created xsi:type="dcterms:W3CDTF">2018-06-07T21:39:02Z</dcterms:created>
  <dcterms:modified xsi:type="dcterms:W3CDTF">2025-01-18T10:59:22Z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