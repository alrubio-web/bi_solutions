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webextensions/webextension1.xml" ContentType="application/vnd.ms-office.webextension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</p:sldIdLst>
  <p:sldSz cx="12192000" cy="6858000"/>
  <p:notesSz cx="6858000" cy="9144000"/>
  <p:custDataLst>
    <p:tags r:id="rId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BC108F-2AB8-48DA-AB49-F9E86BDDFE2F}" v="6" dt="2018-08-08T09:06:44.7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1"/>
    <p:restoredTop sz="94647"/>
  </p:normalViewPr>
  <p:slideViewPr>
    <p:cSldViewPr snapToGrid="0" snapToObjects="1">
      <p:cViewPr>
        <p:scale>
          <a:sx n="75" d="100"/>
          <a:sy n="75" d="100"/>
        </p:scale>
        <p:origin x="946" y="28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tags" Target="tags/tag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dd-in_Icon" descr="Icono de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14400" y="530365"/>
            <a:ext cx="291465" cy="291465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Contenido de complemento para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05445079"/>
                  </p:ext>
                </p:extLst>
              </p:nvPr>
            </p:nvGraphicFramePr>
            <p:xfrm>
              <a:off x="0" y="0"/>
              <a:ext cx="12192000" cy="6857999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2" name="Add-in" descr="Contenido de complemento para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12192000" cy="685799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LE_NAME_PARSED_KEY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6c32ba63-4c79-4616-a0f1-40a580ea100c}">
  <we:reference id="WA200003233" version="2.0.0.3" store="es-ES" storeType="OMEX"/>
  <we:alternateReferences/>
  <we:properties>
    <we:property name="Microsoft.Office.CampaignId" value="&quot;none&quot;"/>
    <we:property name="artifactViewState" value="&quot;live&quot;"/>
    <we:property name="backgroundColor" value="&quot;#345574&quot;"/>
    <we:property name="bookmark" value="&quot;H4sIAAAAAAAAA+0a204bOfRXqnnhJaC5eS59a6GVVr0sW2hXqwohj30c3J3MZD0OkKL8+x7bM5SEQEiaBHYL4sFjH5/71XDlcdkMSzr+SAfgvfQ+UMUor9WLwOt5ldsDEYooICwmecx4EYdCcDyth1rWVeO9vPI0VX3QX2QzoqVBhJtfT3oeLctD2jdfgpYN9LwhqKauaCm/gwPGI61GMOl5cDksa0UNyiNNNRi05wiO38hCsBchRcq0PIcjYNrtRr5gORASERGzTARJkcUI1jgAy9lcEIPakt+vK01lhWTMHiR+zrKMBjFLIj8gBBg3+42s+mXL8I+7x+OhUQ61tF6PtEaWUCnFN6Ru0E0mKJWgEWUCRBEUhOAiibhvUAhZ6pZqMX5zOVSoMFSjQ7mP4vdrJRmSs4pR0Dg9XHn7dTka2NWbqf2jeqQYfAJhjyot9RgxcTk4ZfWo0mp8qqBvYA1Xh6pGS1iI9tRun9UX+wqQOErtT05w517Jm1IyUFMyewNARzALTjW1Mg0dLQnuvOb2GKzIV957iWpwuL/QcmTQ7hzgDV5fVDvIFP6cGNac5ZHvbzdsa280lsrm1HJi7cjCKCGcoBUjmoiQhCF7Wna8sftsxttacVYUKStEHJA0Z36ck5xjuG/RigLFP5UVUzAAzDvlLLdwjtunluwvZcel9HLiagWtmq5SOJKqLu2qYwPLT4kXS3f6zwjUGOlaiFl6ezcI4DXZIPslHTZG8aY6ma1DWVXd9wSBVF1rI4TkYMXohK9GZdkqCd2rCEgWUEogpUlEWFhsOWegoDVSmtGn3Q1+LR97gDZcjoh5FEWpH4SQp5yGFChdnCNe8XNaMeDrSPO0hIpTNcvmX9DurdNkfaicLW5ZzYk7vfrStWNhz3ur6oG91vaNRvT5cvQ8x4lvwubPM1DQmq/iUrfq+G1GRUtY2H1YDuZrDKlee83Xue4X+iF5byBPnO/ZO3d4c4Otrj5o+9N7XBqvg5YD2EHk0W4Q7IbJse+/tL/Wy9FTKr4kong3CHeDaBbR04mwBc7rIowQKvKCkyKMeBDTgqRpvjDCjuvhR3SlhzljMypswjc+Oc15d4DrP7rFz7p17xp6cBP6A9BmhM4+5f9HUKKu1+Hd1nVwqyUtJJQIgyR+VxzU67GlcSBVNyyFs7ro+HsgA4NZBj6Xeu/FgYkSFzBoIaTi+741spM5vKGcJ5ghnA4t87Qo4e6b1w7VBs/m0nzL0v8zzb+q7Dz9HoR2WhsMqZJNp8Pu6500cEj9B+A6zNzzPsn+mX5QwvYD/J3Oszfv38959HicE8N5MMv5psraHC2tUtYc0/4qZe016AuAqapWz89/wWz+W3vMGvVur6R2ucuqKiERyQqS55zSQPgpC3xbUu9NGRoudVFf3n60CoO8YFSImAah4LTI8yDc8uCy6qNV76mN7b3FM8LDCvGtvmKGi7cY2KW08bxC+RjK81q7IjjlDneG04rtxFJS3BlQn+qLjT/79Vrkj/+gYaW95znjtlh7nRx3vGa0bxbvYLwFNS73dtLz2JksuYLKcjYLMn+A2/n8tzLP+DsdxeO6j75+TbKtDGmEaS2meUySxGeiiPx08SPu8+DxPHg8Dx7rfRJcpduMbZMYr+kRJbrVtj6o26SNZL96r5mlgvMiL+IojdMEgKdk638KW86H/yM9GEXY/TOMjAe2YI/oZa05xxudaQoiIIshK/IwhajIIFk8hdxp4Ff9PvYqtMvqP6O4Rd1dVevWAd6OqtZW0Qr+oE1peHO5akP++BK7HAlF4ONkGmcx50kBLMkytrodtxCom5ghN/qPGEMJy+SNRx3dfjZzLPVfGzmBHGgusiCNecizkFH+2K53s3td2tKMKr5qdVg/++5RcTK/9atHuhlSBoe0gjktoJ14OfAFLZeZ3677rcnkX1wJmH2uJgAA&quot;"/>
    <we:property name="creatorSessionId" value="&quot;4ac7c4ef-53a9-41d5-a049-226092e5a97b&quot;"/>
    <we:property name="creatorTenantId" value="&quot;fdd38e72-e446-434f-902c-a144248bfd87&quot;"/>
    <we:property name="creatorUserId" value="&quot;10032003E4869BB2&quot;"/>
    <we:property name="datasetId" value="&quot;da808d81-1aee-4848-b78a-82b898a841ae&quot;"/>
    <we:property name="embedUrl" value="&quot;/reportEmbed?reportId=6eb12ee5-988c-4277-84b2-5ad508bed738&amp;config=eyJjbHVzdGVyVXJsIjoiaHR0cHM6Ly9XQUJJLVNQQUlOLUNFTlRSQUwtQS1QUklNQVJZLXJlZGlyZWN0LmFuYWx5c2lzLndpbmRvd3MubmV0IiwiZW1iZWRGZWF0dXJlcyI6eyJ1c2FnZU1ldHJpY3NWTmV4dCI6dHJ1ZX19&amp;disableSensitivityBanner=true&quot;"/>
    <we:property name="initialStateBookmark" value="&quot;H4sIAAAAAAAAA+1ZWW/bRhD+KwaBIi+ysbu8RL/5SIAiceLGqYsgMIzl7lBmQZHqculYNfTfO7skE4mWrKOy7DQV9EDuMfPNNzN7DO8dmZajjI/f8yE4h84ZV4LLQu1Rp+fkddvxhw9vz44+vr1+f3T2GpuLkU6LvHQO7x3N1QD0ZVpWPDMSsPHLVc/hWXbOB+Yt4VkJPWcEqixynqV/Qz0Yu7SqYNJz4G6UFYobkReaazBib3E4vqNueuCiRi50egsXIHTTGkuQMYkE6ftu4NJ+FAU4rKwHWGRzh2B7kmYapZvHePz6bqQQ8X1rqZfwMGB9lzNJXEG5YDJEuXo8Mr0niG5QqFTwzLG4FZQ1zHvnpMiqoX16PdN+UVRKwEdIbFeuUz1GSTIdXqMUyCVXzgRJOFcFUmT7PgNX+2dFrm9sz03x9UQBapbOIZ1cYcutJfAER/A0b0yRPCF9QQSJweN9wgWPYLG1jT2fitH7JzTk1DjzoQm9rv4aoxF72bqd9Zw3qhhasE1gllX8VwVqjBM6wNoOfP6tfXhMkjShPWtBUeVaja8VDMyknvPJAiQGazNpOD3nDHhZKZgaiDF/ARmGn1W0Eof1S42nw1yDx8HWRn2SQiYdo+aDkqCOx1bPaaralGBdWlqMK4IYdjG84RrTVaeYxJOJUYzeQveRiRlXm82m+FmDVJT1xw0YaJaqXKa6gfZrh7Nyu2xaK3icweLZ36JsYn5Xky1kxywNC7HNpgmZSpNnX3amwRzJW54LbO0iWS3eHqRQB8VJNawybhb7vYtquGdA7S0CZbxTpvkga7YUu3HYpzrSHI5jT2640mbPiv/EVDELIc4q5ucQ7ebQE7Fr4rDe0XDEn1N7VuPp8ephv77yK5vANEk4oySIaRCHHhGM0v7S/WI3gTh329hhCM4sfC8Axd67z88J5JdLrg72puDcLkD0I6VjE2O7TsRGbZ2CLuOejLwojiPu+cSnoesuTcEndvbvmT7YQ5R8E/8KruSmrt0+fMMykuQljMswjqn0CGFhENHl5+Itr3MbHgCW8l1mqcBz8zTjzhDwPlZfCJAFY9Oo1mWWM9NfSNsN1uR7512KNNSyL3lWGbGvTnGGLL7mr9pD0GRBltgZa5zRNqKlThZI4r4fU4gC8GM/9EAI8qL8ONX6vxsfslJ70RfEiyRexinerwklzJX+Dr2YoPnXaS4UDAEvz1kXLdxi87VV+1P5cS1emjsRz8u2YFOrVEVmn1oYuLVmODGre+2lCvXaEV19B1MKcFpaIvyMj0pDvCkSmabzNM/bd7Ntq6LQxohUgjWjNT6vsqwhyecJp36fUOEHUoRSMLbLaDPZgYYWquzyaVvpzxVjK7BRrxF9ARBIXzCXhySkgc/C5TeThcei7V6itu6yAeS1Lx547XtRbLXymHxQfmnt2FnhZQFjqPVb1HyZG36MMP+dGXlVx56dsyCaS40XiNOmTPxISON00OkQXqFwd5/SfRZ8IuTQ/m2UY6Tkck1B3j5l+9TtCno5GbYkeJsMS8J+BOC5ruQxi7wwEqGl9rEw1nCn4+Ju9nxvKwmu64bCpWESuAAh7wfU31xalPCEhZGMAhInPhMJELFUGrfsHVda2zpjRyQJgiQU3Es4lz4uLQlLyL8USakbx77HfYiSOGFexMjyW8XLKFv8IHebUQrrlAo2rH6vxemTFQvWuggJGvelkEnkuoGIAx6uUjV4rg8tK+xJu/nCMr8Q84xfV2YrFc3HFUbIws8rL297b4tZz/FNZb3S8X/jjHaUS3u4gETXrA1HXKVly2H79jY141D794HbcHPP+ZgObvRKpy1C8T97SJqe/zhy9/mQ+wY57SJ/qjPpHJY2OZPWoMkmZ9Jj0F8BZo6kL68U/yTn4alCvGVrXt4XlS5HXMA5z2GO020NRIJcQrKpV9QewRUnbdbJFcY34P4BSYjKHJ8jAAA=&quot;"/>
    <we:property name="isFiltersActionButtonVisible" value="true"/>
    <we:property name="isVisualContainerHeaderHidden" value="false"/>
    <we:property name="pageDisplayName" value="&quot;Details&quot;"/>
    <we:property name="pageName" value="&quot;30fc9e5535f4c8f16b84&quot;"/>
    <we:property name="reportEmbeddedTime" value="&quot;2025-01-11T09:49:07.642Z&quot;"/>
    <we:property name="reportName" value="&quot;Event Registry Data&quot;"/>
    <we:property name="reportState" value="&quot;CONNECTED&quot;"/>
    <we:property name="reportUrl" value="&quot;/groups/me/reports/6eb12ee5-988c-4277-84b2-5ad508bed738/30fc9e5535f4c8f16b84?bookmarkGuid=d56cb977-a242-4fc5-851f-775ee70284df&amp;bookmarkUsage=1&amp;ctid=fdd38e72-e446-434f-902c-a144248bfd87&amp;fromEntryPoint=export&amp;pbi_source=storytelling_addin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5" ma:contentTypeDescription="Create a new document." ma:contentTypeScope="" ma:versionID="aba17d7263e5a17e1efe42a3571abb41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e4e3c9c8ed1c3d723d02c9f1cb24d19a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1DD29C39-1C4E-4B06-A1F4-2510F2DACF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http://purl.org/dc/elements/1.1/"/>
    <ds:schemaRef ds:uri="http://schemas.microsoft.com/office/2006/metadata/properties"/>
    <ds:schemaRef ds:uri="b1e4d6ee-9f6f-43f8-a618-24f3d84da28f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f577acbf-5b0b-4b4f-9948-268e97f8d3a4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1510</TotalTime>
  <Words>0</Words>
  <Application>Microsoft Office PowerPoint</Application>
  <PresentationFormat>Panorámica</PresentationFormat>
  <Paragraphs>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Alfredo RM</cp:lastModifiedBy>
  <cp:revision>6</cp:revision>
  <dcterms:created xsi:type="dcterms:W3CDTF">2018-06-07T21:39:02Z</dcterms:created>
  <dcterms:modified xsi:type="dcterms:W3CDTF">2025-01-19T10:19:12Z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