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</p:sldIdLst>
  <p:sldSz cx="12192000" cy="6858000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BC108F-2AB8-48DA-AB49-F9E86BDDFE2F}" v="6" dt="2018-08-08T09:06:44.7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 varScale="1">
        <p:scale>
          <a:sx n="111" d="100"/>
          <a:sy n="111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dd-in_Icon" descr="Icono de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Contenido de complemento para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5445079"/>
                  </p:ext>
                </p:extLst>
              </p:nvPr>
            </p:nvGraphicFramePr>
            <p:xfrm>
              <a:off x="0" y="0"/>
              <a:ext cx="12192000" cy="68579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Contenido de complemento para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2192000" cy="68579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6c32ba63-4c79-4616-a0f1-40a580ea100c}">
  <we:reference id="WA200003233" version="2.0.0.3" store="es-ES" storeType="OMEX"/>
  <we:alternateReferences/>
  <we:properties>
    <we:property name="Microsoft.Office.CampaignId" value="&quot;none&quot;"/>
    <we:property name="reportUrl" value="&quot;/groups/me/reports/6eb12ee5-988c-4277-84b2-5ad508bed738/e010f7e07e4d37d9d391?bookmarkGuid=d56cb977-a242-4fc5-851f-775ee70284df&amp;bookmarkUsage=1&amp;ctid=fdd38e72-e446-434f-902c-a144248bfd87&amp;fromEntryPoint=export&quot;"/>
    <we:property name="reportState" value="&quot;CONNECTED&quot;"/>
    <we:property name="artifactViewState" value="&quot;live&quot;"/>
    <we:property name="reportEmbeddedTime" value="&quot;2025-01-11T09:49:07.642Z&quot;"/>
    <we:property name="creatorSessionId" value="&quot;4ac7c4ef-53a9-41d5-a049-226092e5a97b&quot;"/>
    <we:property name="creatorUserId" value="&quot;10032003E4869BB2&quot;"/>
    <we:property name="creatorTenantId" value="&quot;fdd38e72-e446-434f-902c-a144248bfd87&quot;"/>
    <we:property name="pageDisplayName" value="&quot;Welcome&quot;"/>
    <we:property name="pageName" value="&quot;e010f7e07e4d37d9d391&quot;"/>
    <we:property name="reportName" value="&quot;Event Registry Data&quot;"/>
    <we:property name="isVisualContainerHeaderHidden" value="false"/>
    <we:property name="isFiltersActionButtonVisible" value="true"/>
    <we:property name="initialStateBookmark" value="&quot;H4sIAAAAAAAAA7VUXW/bIBT9KxXP0WQMGDtvSZunLm3UTn2ZoukarjMmx7YwzpJF+e8DnKlqNy1Spr3Y3HMv535w4Ei06bsaDg+wRTIlS7AKdGtvKJmQZsTmj4/3y9nT/ZeH2XLh4bZzpm16Mj0SB3aD7sX0A9SBwYOf1xMCdb2CTbAqqHuckA5t3zZQmx84BnuXswOeJgT3Xd1aCJTPDhwG2p0P97bPTT8wnxGUMzt8RuVGFBOaVBITiVwzqQvNilBvPwbEyv4YEqhj+tu2cWAanybGlpSnvKwyluiCiTKVlQh4b5pNfS74de+nQxem4nDvynYf5lF+84kD0+nkG8o4KJGmCnOZiVTnucjk9WyQYF5SkVCZcoRSVIVS17NR0FLnFS3yHNOEFZkS7Hq2lJacC1ag5CgYzxVjedhdmdqdR1seFvvOelV4rYxsM72DRqEm8egt9uNJH8kSoR9sPP/FG8dzO1iFT1hFV+OMOwSlnsNDISvbeoWNMOxvFjts3M1dEFPwfm2/31r0libT5LT2yF/bVWD12169YTXa+SH2cWfsLyGmk3el/qcefNE+gjPmVapEpSXQlCcU8+IfhJVmmFUgFWLJFVeVEvlFNrP11/p3riIDyWkGtADUOVZSUH2RC+IQ54NzfkTvKCPrK0K26N+ZsGgH13egcAUNxtPoxrEZHG/yvoNGoz6vbfh/NF6MY/4XqIeQOr5KJCbxJZmyxgsbwltFYlnr8PkJT9sCJDYFAAA=&quot;"/>
    <we:property name="bookmark" value="&quot;H4sIAAAAAAAAA7VUTY/bIBD9KxHnqDIGDM6tu5tbt4qaai9VDmMYUirHtjBOnUb57wU71Wq3VVdK1YsNM483Xw/OxLi+q+H0EQ5IVuQRvAbT+gUlS9LMNppRboTSglGLQI3KCh29bRdc2/RkdSYB/B7Dk+sHqBNRNH7ZLQnU9Qb2aWeh7nFJOvR920DtfuAMjq7gB7wsCY5d3XpIlNsAARPtMcLjPqXwjsWIoIM74hZ1mK2Y0cxKzCRyw6QpDStT2v0MmDL7IyRRT+Hv2yaAa2KYCVtRnvPKFiwzJRNVLq1I9t41+/qa8PPZz6cuNSfgGKp2TP2ovsXAielyiQUVHLTIc41KFiI3SolC3s4GGaqKiozKnCNUwpZa385GwUijLC2VwjxjZRFneztbTivOBStRchSMK82YSqetq8O1tdVpPXY+qiJqZWZ7b47QaDRkGr3Hfp70mTwi9IOf5r9+4di2g9f4Ce3kaoILpyTYKzwlsvFtVNhshnGxPmITFg9JTMn7tf1+7zHuDFlll120/LVcDd68rDVuvEF/d5rqeHD+lxDz5atU/1MNMemI4IxFlWphjQSa84yiKv9BWHmBhQWpESuuubZaqDfZ3CFe69+5ygIkpwXQEtAotFJQ8yYXTE28G0KILXpFObE+W8gB4zuTFu0Q+g40bqDBaRrd3DaH800eO2gMmuvap/8HF8U4x3+Cekihp1eJTGF26fMTBNUuDg0FAAA=&quot;"/>
    <we:property name="datasetId" value="&quot;da808d81-1aee-4848-b78a-82b898a841ae&quot;"/>
    <we:property name="embedUrl" value="&quot;/reportEmbed?reportId=6eb12ee5-988c-4277-84b2-5ad508bed738&amp;config=eyJjbHVzdGVyVXJsIjoiaHR0cHM6Ly9XQUJJLVNQQUlOLUNFTlRSQUwtQS1QUklNQVJZLXJlZGlyZWN0LmFuYWx5c2lzLndpbmRvd3MubmV0IiwiZW1iZWRGZWF0dXJlcyI6eyJ1c2FnZU1ldHJpY3NWTmV4dCI6dHJ1ZX19&amp;disableSensitivityBanner=true&quot;"/>
    <we:property name="backgroundColor" value="&quot;#55728D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1502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Alfredo RM</cp:lastModifiedBy>
  <cp:revision>3</cp:revision>
  <dcterms:created xsi:type="dcterms:W3CDTF">2018-06-07T21:39:02Z</dcterms:created>
  <dcterms:modified xsi:type="dcterms:W3CDTF">2025-01-11T09:49:53Z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