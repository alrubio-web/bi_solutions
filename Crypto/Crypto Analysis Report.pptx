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65245"/>
            <a:ext cx="12192000" cy="6128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Crypto analysis by Al Rubio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268bd5c-167b-4af9-adbf-0d10a0b6ffb5}">
  <we:reference id="WA200003233" version="2.0.0.3" store="es-ES" storeType="OMEX"/>
  <we:alternateReferences/>
  <we:properties>
    <we:property name="Microsoft.Office.CampaignId" value="&quot;none&quot;"/>
    <we:property name="artifactViewState" value="&quot;live&quot;"/>
    <we:property name="backgroundColor" value="&quot;#817A6A&quot;"/>
    <we:property name="bookmark" value="&quot;H4sIAAAAAAAAA+1bbW/bNhD+K4OAfTMGUrJenG+Jkw7F2iaLg+zDEAgnkrLZypJGUWm9wP99R8puEtt5WePESqp8ssnj8bnnyLvHkX3lcFmVGcw+wVQ4e85HUAx4oX6hTs/JmzHCIj9NXS9wmcv7QT9MKcfZotSyyCtn78rRoMZCn8uqhsw4wsG/L3oOZNkJjM27FLJK9JxSqKrIIZP/isYYp7SqxbzniG9lVigwLkcatDBuL9Ec3yME+puHOwLT8lKMBNPNKJA0DQYJCQYpTaPUE35gzKrGwCLbaGJc2+2HRa5B5riNGUtJlCZECOoSEkYJJCwc2HGZ6YVJMjv6ViqMDmOelYacfX4JOROGEAxBiapBfOV8FFDVysZxdGtiVNSKiVOR2qlcSz0zxDfmVTw8fv/p96PhH8fOHGk5UQWS1liA+iJ0PITSzkyKr0MlkCnu7JF5bweAzgoNWXxeZDUek3VIFzhSyXycLXJ9TftZg5SB4ospPE3JZ0ybIRmXFYoLdTCzPB9KtUy421tB/rwcYwTmYLpBFHHS94TrEQJAKfdadCqYmpW6iFlR5/qNJGElpCYNjIkoGTASEh74LgsGkec/mIazovyEYTU2xuR8WVEwineqmFrjRemr6uSfWqiZsxrgaDmBr/9cvrjPU2pcLONNsWphLJgDwb4UsagVzjbk22u7WDO9uWYDR9drsLCORIbpsFsOzfXLHyC/eWORrXBdzaZJkTk4uMQuRcYds8nxVvP/HcL0gTvXM1lz9vy5MWtidm/w9Hhu0dNfE2GAWZpyLvUC2PsVvqptMmkjgCQTd6/9ftLmc3u8V4vEo5DcR8Jd0G5XB7qTrtG6NsZqpUSu41JJtqmP7QIT6ElrkKwfnEch2R+PlRjD8s4dPesJX7YMm0o2s9Pv6nxRsrz7Ahji0LjA3NsO+JSLyOU0boCswrNC+keac1ZX2LkEPwA1nIDSrenRa0W70eZo8fmG+l5wO3t8fX08mRe2QUQ+fizhYQDEF8DcgAMRnSzoZEEnC16ZLOi68E/dhVvzX4tOGGyV3h1KA78fgBuSEKKQiiBkNEnCTho8uaGtXfIdaoQT0yxivABIVez2J69aKaxXz/ZJhk0V/n9rh5ftSWu64rojkfa31EOYVYcyTWPUInEGlY7rkluwrzmUbPuhbL2RbagtrdQKL5vmu+Hd+DRxr+Z7UNt8RUuVQpa1S9jc0Wt2JG6Aej71goSy0HcJdb3EZ5242aW4oZ246cRNJ246cfPmxM3r0BWtEGOduNmGuEkSzydhGkLEAwHEjXwfOnHTPdRpjZp5ow919pXUk6nQ0n6U+CBS/fzF5kSgj1zDjT50KscTu/OI4Rp+dNnU0ZcsgRtQWTDme63mzTGuAl2oDZ1oN4/P3sCjqp/ikeKvS1DFpVBxe7K2HUH44pfyNUrAaZ1peYprQPHWCMDVu9J86ZZSzxORTwICvjuIBtTlkXF8b3xgQR/UWiOkW/EZlwOPoLgLXDdxvQENie8x96kuKUs5IwH0aUB8nyZ972GUcornaN0XS1PgfUYI9JMgIVQw5v+YL+vuesSZCjW2CStqXZXAxAnkjV4pmzRIYe3wsELOzVmyr62U/SBR0zYbn0NWmz3NzyYcuwdCkQsJco+9/QXGUoTg339cE9zM+TEAAA==&quot;"/>
    <we:property name="creatorSessionId" value="&quot;96050a25-642d-4833-b695-2fb4cc366507&quot;"/>
    <we:property name="creatorTenantId" value="&quot;fdd38e72-e446-434f-902c-a144248bfd87&quot;"/>
    <we:property name="creatorUserId" value="&quot;10032003E4869BB2&quot;"/>
    <we:property name="datasetId" value="&quot;34338e8d-9d84-42e0-bbdf-a2ce6ed2546d&quot;"/>
    <we:property name="embedUrl" value="&quot;/reportEmbed?reportId=fa3b17a2-f01b-4631-bf17-9c23a640c6b8&amp;config=eyJjbHVzdGVyVXJsIjoiaHR0cHM6Ly9XQUJJLVNQQUlOLUNFTlRSQUwtQS1QUklNQVJZLXJlZGlyZWN0LmFuYWx5c2lzLndpbmRvd3MubmV0IiwiZW1iZWRGZWF0dXJlcyI6eyJ1c2FnZU1ldHJpY3NWTmV4dCI6dHJ1ZX19&amp;disableSensitivityBanner=true&quot;"/>
    <we:property name="initialStateBookmark" value="&quot;H4sIAAAAAAAAA+1bW0/jOBT+K6tI+1atnKS5lDcondWI4bIUsQ8rFJ3YTuuZNMk6DjMd1P++x047QFsKOxQamPCU2MfH37n4nK+4vbGYKIsUpicw4daedQySAsvlb7bVsbJ67OD09Oh4//woOtk/HuBwXiiRZ6W1d2MpkCOuLkVZQao14OA/Vx0L0vQMRvotgbTkHavgsswzSMV3XgvjlJIVn3Us/q1Icwla5VCB4lrtNYrjO+5t/+HijkCVuOZDTlU9CiRJ/F5M/F5iJ2Hics/XYmUtYJCtFdGqzfb9PFMgMtxGjyUkTGLCue0QEoQxxDTomXGRqrlIPB18KyRahzZPC+2VfXYNGeXMMiZIXtaIb6xjDmUljR2DexPDvJKUn/PETGVKqKn2eC1eRv3Tjyd/DvpHp9YM3XImc3RaLQHyC1dRHwozM86/9iVHTzFrj8w6OwB0kStIo8s8rTA/ViFd4UgpslE6j/Wt2y9qpBQkm09hNsWfMWzaybgsl4zLg6nx86GQi4A7nSXkL+tjtEAnpuOHISNdlzsuIQC2zdwGZQWV00LlEc2rTL2TICyZVIeBUh7GPUoCwnzPoX4vdL1Hw3CRFydoVi2jRS4XFQWt+CDziRGe17yyiv+tuJxaywYOFxP4/NfiYZOmRKtY2Jtg1UJbMAacfskjXkmcrZ1vju18zeTumjU+ul2DhXXIUwyH2bKvj1/2iPPrF4NsydfldBLnqYWDC+yCp8zSm5xuNf4/IEweOXMdHTVrz5tpsdpm546fnu5b1PT3mGtgxk0ZE2oO7OOSv8ptetJYAHHKH177I9NmM5Pey0XiSUg2OeEhaPerg72TrtG4NkYrKXmmokIKuq6P7QITqHFjkKwmzpOQ7I9Gko9gceYGL5rhi5ZhQkmnZvpDlc1LlrvJgD4OjXKMvemAzzmITEyiGsgyPMOgf6Y5p1WJnYuzA5D9MUjVmB69UrRrbo4Sn++w77lvp0+vr0935pVpEKHn+g4LfCAeB+r4DAhvaUFLC1pa8MZoQduFf+ku3Jj/WrTEYKvu3SE18Lo+OAEJIAxs7gfUjuOgpQbPbmgrh3yHHOFMN4sIDwC6KnK64zfNFFarZ/Mow7oK/7+5w+v2pBVecduRSPNb6iFMy0ORJBFykSiFUkVVwQzYt2xKun1Ttt7I1tSWRnKF1w3zw/DufJrYyPke5TZfUVImkKbNIjYP9JodkRuwXc92/dimgecQ23Fjj7bkZpfkxm7JTUtuWnLTkpt3R27eBq9oBBlryc02yE0cux4JkgBC5nMgTuh50JKb9lKnMWzmnV7q7EuhxhOuhPko8Ykn6uWLzRlHHZmCO33oXIzGZuchxTVscF3X0dcsgWtQGTD6e6365RRXgcrlmk60m+uzd3BV9UtcKf6+AJVfcxk1J2rbIYSvfijfIgWcVKkS57gGJGsMAVw+K/WXbm3bdXnoEZ+A5/TCnu2wUCveaB8Y0AeVUgjpnn1aZc8lSO58x4kdt2cHxHOp81yVNk0YJT50bZ94nh133cdRignm0aoumiTAupQQ6MZ+TGxOqfdzuoy62xFrwuXIBCyvVFkA5WeQ1XylqMMguJHDZIWM6Vwyz4bKfhLIaeuNLyGt9J76ZxOW2QOhiDkF2SBvfoGxICH49x+qtEGU8jEAAA==&quot;"/>
    <we:property name="isFiltersActionButtonVisible" value="false"/>
    <we:property name="isVisualContainerHeaderHidden" value="false"/>
    <we:property name="pageDisplayName" value="&quot;Dashboard&quot;"/>
    <we:property name="pageName" value="&quot;a0ff69b069f1f8f3e563&quot;"/>
    <we:property name="reportEmbeddedTime" value="&quot;2024-11-08T17:13:06.350Z&quot;"/>
    <we:property name="reportName" value="&quot;Crypto Analysis&quot;"/>
    <we:property name="reportState" value="&quot;CONNECTED&quot;"/>
    <we:property name="reportUrl" value="&quot;/groups/me/reports/fa3b17a2-f01b-4631-bf17-9c23a640c6b8/a0ff69b069f1f8f3e563?bookmarkGuid=1b26ded4-ecf4-4e45-9015-10339e5b055a&amp;bookmarkUsage=1&amp;ctid=fdd38e72-e446-434f-902c-a144248bfd87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5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Crypto analysis by Al Rubio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Alfredo RM</cp:lastModifiedBy>
  <cp:revision>5</cp:revision>
  <dcterms:created xsi:type="dcterms:W3CDTF">2018-06-07T21:39:02Z</dcterms:created>
  <dcterms:modified xsi:type="dcterms:W3CDTF">2024-11-30T10:19:22Z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