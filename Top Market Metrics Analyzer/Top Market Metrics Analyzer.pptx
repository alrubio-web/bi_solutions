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91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262353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7c9c3b1-e142-48b6-855c-0e3138ac1860}">
  <we:reference id="WA200003233" version="2.0.0.3" store="es-ES" storeType="OMEX"/>
  <we:alternateReferences/>
  <we:properties>
    <we:property name="Microsoft.Office.CampaignId" value="&quot;none&quot;"/>
    <we:property name="artifactViewState" value="&quot;live&quot;"/>
    <we:property name="backgroundColor" value="&quot;#266397&quot;"/>
    <we:property name="bookmark" value="&quot;H4sIAAAAAAAAA6WSQWvDMAyF/8rwOYzYcuK4x+28MejYZewgJ0rxcJOQuKVd6X+fnAzG6KCwHfUkf3p+9kk0fhoCHh9xS2IlHnCssenHGyky0S2aBrBlBdCWoCq0uoCcuNsP0ffdJFYnEXHcUHzx0w5DArH4+pYJDOEJN6lqMUyUiYHGqe8w+A9ahrkVxx2dM0GHIfQjJuQ6YqSE3fM412xB3gJvxDr6Pa2pjovaqLypSUoqoDIGwcoy2Z6WgdnZryMJPa+/77uIvuM1SSNdEZAFqQoARbopC5f0yXeb8GX4++zzcUjhRDpE1x9SHu6dFyfS+cwXynMkNK6VRFBWVmtq4O80Z6hWlW4dUi4Lh5WTdJXmt5z+JUvzY6rcgJG6NVqbsrT6KgvnTO92MXL0F0gOi5RFaxX/EWMlctj/Qs7UH8onGGiiSKoCAAA=&quot;"/>
    <we:property name="creatorSessionId" value="&quot;7333d834-fac3-41c3-b921-bd0166eff2fd&quot;"/>
    <we:property name="creatorTenantId" value="&quot;fdd38e72-e446-434f-902c-a144248bfd87&quot;"/>
    <we:property name="creatorUserId" value="&quot;10032003E4869BB2&quot;"/>
    <we:property name="datasetId" value="&quot;d37012c8-24aa-4289-956a-c6e333ac8a65&quot;"/>
    <we:property name="embedUrl" value="&quot;/reportEmbed?reportId=a3dc2e23-772b-4238-b458-a6f3acb49468&amp;config=eyJjbHVzdGVyVXJsIjoiaHR0cHM6Ly9XQUJJLVNQQUlOLUNFTlRSQUwtQS1QUklNQVJZLXJlZGlyZWN0LmFuYWx5c2lzLndpbmRvd3MubmV0IiwiZW1iZWRGZWF0dXJlcyI6eyJ1c2FnZU1ldHJpY3NWTmV4dCI6dHJ1ZX19&amp;disableSensitivityBanner=true&quot;"/>
    <we:property name="initialStateBookmark" value="&quot;H4sIAAAAAAAAA61Uy27bMBD8lYJno5CoJ3OzE58SJ0Zc5FIEwZJcuSxkSaAo166hf++SchEkLZoi7Unc2eXsa8QT06bvajjewg7ZBVuBVaBb+yFmM9ZM2OLu7no1v79+up2vlgS3nTNt07OLE3Ngt+geTD9A7RkI/Pw4Y1DXa9h6q4K6xxnr0PZtA7X5jlMwuZwdcJwxPHR1a8FTbhw49LR7CiebcscfE8oIypk9blC5CU0qEfEU8ixPVcVVRUdfbz8FhMp+G+KpQ/rLtnFgGkrjsVSrTOVZVVWZFkWRcy0qj/em2dbngp/vfjp2fioOD062Bz8P+ZUSe6ZxpIbyQiagokqUsSzLFCCW0fvZqiQXRaxLiVmGMil1kqfvZ4tyDlLpQkoQIFOUPNLvZyuKIhacWtS8RKEhFknmb1emdufRyuPy0FlSBWllYpvrPTQKNQurt9hPmz6xFUI/2LD/5QvHph2swnsMO1k2zrijV+o53Beyti0pLMA30LunK68j7/jSfru0SBZ1GY2PhPyxUwVWv2yTDKvRLo6hhStjf2ownr2q8v+XT/WSU5dZGucyLpTUWmmepPwfxAmcC0VcOWCZySIXOlVvspkd/cy/cinOU6GyOI0jXkUkLFHCm1wQ5rcYnKPpvKIMrM8I2yG9Lv7QDq7vQOEaGgyL6KaJGQxxpCNoNOrz2frvjSEJTvkfoB7CUOjBYSEHVWRkjX8ZHxYxjj8AsS6bASsFAAA=&quot;"/>
    <we:property name="isFiltersActionButtonVisible" value="true"/>
    <we:property name="isVisualContainerHeaderHidden" value="false"/>
    <we:property name="pageDisplayName" value="&quot;Welcome&quot;"/>
    <we:property name="pageName" value="&quot;3f9024a6564cf2cf4a61&quot;"/>
    <we:property name="reportEmbeddedTime" value="&quot;2025-01-11T09:45:47.697Z&quot;"/>
    <we:property name="reportName" value="&quot;Top Market Metrics Analyzer&quot;"/>
    <we:property name="reportState" value="&quot;CONNECTED&quot;"/>
    <we:property name="reportUrl" value="&quot;/groups/me/reports/a3dc2e23-772b-4238-b458-a6f3acb49468/3f9024a6564cf2cf4a61?bookmarkGuid=eb00cfa9-a9d8-41fc-b094-1e1e9990481c&amp;bookmarkUsage=1&amp;ctid=fdd38e72-e446-434f-902c-a144248bfd87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Alfredo RM</cp:lastModifiedBy>
  <cp:revision>5</cp:revision>
  <dcterms:created xsi:type="dcterms:W3CDTF">2018-06-07T21:39:02Z</dcterms:created>
  <dcterms:modified xsi:type="dcterms:W3CDTF">2025-01-11T10:33:14Z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